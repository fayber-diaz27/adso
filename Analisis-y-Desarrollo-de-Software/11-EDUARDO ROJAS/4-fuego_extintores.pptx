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41C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892040" y="1463040"/>
            <a:ext cx="2377440" cy="2377440"/>
          </a:xfrm>
          <a:prstGeom prst="ellipse">
            <a:avLst/>
          </a:prstGeom>
          <a:solidFill>
            <a:srgbClr val="D6412B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26964" y="1997964"/>
            <a:ext cx="1307592" cy="130759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4114800"/>
            <a:ext cx="11247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FUEGO Y LOS EXTINTORES</a:t>
            </a:r>
            <a:endParaRPr lang="en-US" sz="4000" dirty="0"/>
          </a:p>
        </p:txBody>
      </p:sp>
      <p:sp>
        <p:nvSpPr>
          <p:cNvPr id="5" name="Text 2"/>
          <p:cNvSpPr/>
          <p:nvPr/>
        </p:nvSpPr>
        <p:spPr>
          <a:xfrm>
            <a:off x="457200" y="4892040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Cómo se forma el fuego · clases y partes del extintor · técnica de uso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41C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TETRAEDRO DEL FUEGO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337560" y="1737360"/>
            <a:ext cx="5486400" cy="2743200"/>
          </a:xfrm>
          <a:prstGeom prst="line">
            <a:avLst/>
          </a:prstGeom>
          <a:noFill/>
          <a:ln w="25400">
            <a:solidFill>
              <a:srgbClr val="D8D2C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flipV="1">
            <a:off x="8823960" y="1737360"/>
            <a:ext cx="-5486400" cy="2743200"/>
          </a:xfrm>
          <a:prstGeom prst="line">
            <a:avLst/>
          </a:prstGeom>
          <a:noFill/>
          <a:ln w="25400">
            <a:solidFill>
              <a:srgbClr val="D8D2C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337560" y="4480560"/>
            <a:ext cx="5486400" cy="0"/>
          </a:xfrm>
          <a:prstGeom prst="line">
            <a:avLst/>
          </a:prstGeom>
          <a:noFill/>
          <a:ln w="25400">
            <a:solidFill>
              <a:srgbClr val="D8D2C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080760" y="1737360"/>
            <a:ext cx="0" cy="1828800"/>
          </a:xfrm>
          <a:prstGeom prst="line">
            <a:avLst/>
          </a:prstGeom>
          <a:noFill/>
          <a:ln w="19050">
            <a:solidFill>
              <a:srgbClr val="D8D2C8"/>
            </a:solidFill>
            <a:prstDash val="dash"/>
          </a:ln>
        </p:spPr>
      </p:sp>
      <p:sp>
        <p:nvSpPr>
          <p:cNvPr id="7" name="Shape 5"/>
          <p:cNvSpPr/>
          <p:nvPr/>
        </p:nvSpPr>
        <p:spPr>
          <a:xfrm flipV="1">
            <a:off x="3337560" y="4480560"/>
            <a:ext cx="2743200" cy="-914400"/>
          </a:xfrm>
          <a:prstGeom prst="line">
            <a:avLst/>
          </a:prstGeom>
          <a:noFill/>
          <a:ln w="19050">
            <a:solidFill>
              <a:srgbClr val="D8D2C8"/>
            </a:solidFill>
            <a:prstDash val="dash"/>
          </a:ln>
        </p:spPr>
      </p:sp>
      <p:sp>
        <p:nvSpPr>
          <p:cNvPr id="8" name="Shape 6"/>
          <p:cNvSpPr/>
          <p:nvPr/>
        </p:nvSpPr>
        <p:spPr>
          <a:xfrm>
            <a:off x="8823960" y="4480560"/>
            <a:ext cx="-2743200" cy="-914400"/>
          </a:xfrm>
          <a:prstGeom prst="line">
            <a:avLst/>
          </a:prstGeom>
          <a:noFill/>
          <a:ln w="19050">
            <a:solidFill>
              <a:srgbClr val="D8D2C8"/>
            </a:solidFill>
            <a:prstDash val="dash"/>
          </a:ln>
        </p:spPr>
      </p:sp>
      <p:sp>
        <p:nvSpPr>
          <p:cNvPr id="9" name="Shape 7"/>
          <p:cNvSpPr/>
          <p:nvPr/>
        </p:nvSpPr>
        <p:spPr>
          <a:xfrm>
            <a:off x="5394960" y="1051560"/>
            <a:ext cx="1371600" cy="1371600"/>
          </a:xfrm>
          <a:prstGeom prst="ellipse">
            <a:avLst/>
          </a:prstGeom>
          <a:solidFill>
            <a:srgbClr val="D6412B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37860" y="1394460"/>
            <a:ext cx="685800" cy="68580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4983480" y="251460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41C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CALOR</a:t>
            </a:r>
            <a:endParaRPr lang="en-US" sz="1500" dirty="0"/>
          </a:p>
        </p:txBody>
      </p:sp>
      <p:sp>
        <p:nvSpPr>
          <p:cNvPr id="12" name="Shape 9"/>
          <p:cNvSpPr/>
          <p:nvPr/>
        </p:nvSpPr>
        <p:spPr>
          <a:xfrm>
            <a:off x="2651760" y="3794760"/>
            <a:ext cx="1371600" cy="1371600"/>
          </a:xfrm>
          <a:prstGeom prst="ellipse">
            <a:avLst/>
          </a:prstGeom>
          <a:solidFill>
            <a:srgbClr val="2A3C63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94660" y="4137660"/>
            <a:ext cx="685800" cy="68580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2240280" y="525780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41C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OXÍGENO</a:t>
            </a:r>
            <a:endParaRPr lang="en-US" sz="1500" dirty="0"/>
          </a:p>
        </p:txBody>
      </p:sp>
      <p:sp>
        <p:nvSpPr>
          <p:cNvPr id="15" name="Shape 11"/>
          <p:cNvSpPr/>
          <p:nvPr/>
        </p:nvSpPr>
        <p:spPr>
          <a:xfrm>
            <a:off x="8138160" y="3794760"/>
            <a:ext cx="1371600" cy="1371600"/>
          </a:xfrm>
          <a:prstGeom prst="ellipse">
            <a:avLst/>
          </a:prstGeom>
          <a:solidFill>
            <a:srgbClr val="6B4A2F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81060" y="4137660"/>
            <a:ext cx="685800" cy="68580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7726680" y="525780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41C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COMBUSTIBLE</a:t>
            </a:r>
            <a:endParaRPr lang="en-US" sz="1500" dirty="0"/>
          </a:p>
        </p:txBody>
      </p:sp>
      <p:sp>
        <p:nvSpPr>
          <p:cNvPr id="18" name="Shape 13"/>
          <p:cNvSpPr/>
          <p:nvPr/>
        </p:nvSpPr>
        <p:spPr>
          <a:xfrm>
            <a:off x="5509260" y="2994660"/>
            <a:ext cx="1143000" cy="1143000"/>
          </a:xfrm>
          <a:prstGeom prst="ellipse">
            <a:avLst/>
          </a:prstGeom>
          <a:solidFill>
            <a:srgbClr val="F2A93B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95010" y="3280410"/>
            <a:ext cx="571500" cy="571500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4892040" y="4224528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41C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REACCIÓN EN CADENA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241C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CLASES DE FUEGO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94944" y="2880360"/>
            <a:ext cx="1554480" cy="1554480"/>
          </a:xfrm>
          <a:prstGeom prst="ellipse">
            <a:avLst/>
          </a:prstGeom>
          <a:solidFill>
            <a:srgbClr val="D6412B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3564" y="3268980"/>
            <a:ext cx="777240" cy="7772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49224" y="457200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D641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</a:t>
            </a:r>
            <a:endParaRPr lang="en-US" sz="3400" dirty="0"/>
          </a:p>
        </p:txBody>
      </p:sp>
      <p:sp>
        <p:nvSpPr>
          <p:cNvPr id="6" name="Text 3"/>
          <p:cNvSpPr/>
          <p:nvPr/>
        </p:nvSpPr>
        <p:spPr>
          <a:xfrm>
            <a:off x="649224" y="521208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spc="100" kern="0" dirty="0">
                <a:solidFill>
                  <a:srgbClr val="C9C2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SÓLIDOS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2999232" y="2880360"/>
            <a:ext cx="1554480" cy="1554480"/>
          </a:xfrm>
          <a:prstGeom prst="ellipse">
            <a:avLst/>
          </a:prstGeom>
          <a:solidFill>
            <a:srgbClr val="F2A93B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87852" y="3268980"/>
            <a:ext cx="777240" cy="77724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2953512" y="457200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2A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</a:t>
            </a:r>
            <a:endParaRPr lang="en-US" sz="3400" dirty="0"/>
          </a:p>
        </p:txBody>
      </p:sp>
      <p:sp>
        <p:nvSpPr>
          <p:cNvPr id="10" name="Text 6"/>
          <p:cNvSpPr/>
          <p:nvPr/>
        </p:nvSpPr>
        <p:spPr>
          <a:xfrm>
            <a:off x="2953512" y="521208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spc="100" kern="0" dirty="0">
                <a:solidFill>
                  <a:srgbClr val="C9C2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LÍQUIDOS</a:t>
            </a:r>
            <a:endParaRPr lang="en-US" sz="1300" dirty="0"/>
          </a:p>
        </p:txBody>
      </p:sp>
      <p:sp>
        <p:nvSpPr>
          <p:cNvPr id="11" name="Shape 7"/>
          <p:cNvSpPr/>
          <p:nvPr/>
        </p:nvSpPr>
        <p:spPr>
          <a:xfrm>
            <a:off x="5303520" y="2880360"/>
            <a:ext cx="1554480" cy="1554480"/>
          </a:xfrm>
          <a:prstGeom prst="ellipse">
            <a:avLst/>
          </a:prstGeom>
          <a:solidFill>
            <a:srgbClr val="2A3C63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92140" y="3268980"/>
            <a:ext cx="777240" cy="77724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5257800" y="457200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2A3C6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</a:t>
            </a:r>
            <a:endParaRPr lang="en-US" sz="3400" dirty="0"/>
          </a:p>
        </p:txBody>
      </p:sp>
      <p:sp>
        <p:nvSpPr>
          <p:cNvPr id="14" name="Text 9"/>
          <p:cNvSpPr/>
          <p:nvPr/>
        </p:nvSpPr>
        <p:spPr>
          <a:xfrm>
            <a:off x="5257800" y="521208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spc="100" kern="0" dirty="0">
                <a:solidFill>
                  <a:srgbClr val="C9C2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ELÉCTRICOS</a:t>
            </a:r>
            <a:endParaRPr lang="en-US" sz="1300" dirty="0"/>
          </a:p>
        </p:txBody>
      </p:sp>
      <p:sp>
        <p:nvSpPr>
          <p:cNvPr id="15" name="Shape 10"/>
          <p:cNvSpPr/>
          <p:nvPr/>
        </p:nvSpPr>
        <p:spPr>
          <a:xfrm>
            <a:off x="7607808" y="2880360"/>
            <a:ext cx="1554480" cy="1554480"/>
          </a:xfrm>
          <a:prstGeom prst="ellipse">
            <a:avLst/>
          </a:prstGeom>
          <a:solidFill>
            <a:srgbClr val="6B4A2F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96428" y="3268980"/>
            <a:ext cx="777240" cy="77724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7562088" y="457200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6B4A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</a:t>
            </a:r>
            <a:endParaRPr lang="en-US" sz="3400" dirty="0"/>
          </a:p>
        </p:txBody>
      </p:sp>
      <p:sp>
        <p:nvSpPr>
          <p:cNvPr id="18" name="Text 12"/>
          <p:cNvSpPr/>
          <p:nvPr/>
        </p:nvSpPr>
        <p:spPr>
          <a:xfrm>
            <a:off x="7562088" y="521208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spc="100" kern="0" dirty="0">
                <a:solidFill>
                  <a:srgbClr val="C9C2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METALES</a:t>
            </a:r>
            <a:endParaRPr lang="en-US" sz="1300" dirty="0"/>
          </a:p>
        </p:txBody>
      </p:sp>
      <p:sp>
        <p:nvSpPr>
          <p:cNvPr id="19" name="Shape 13"/>
          <p:cNvSpPr/>
          <p:nvPr/>
        </p:nvSpPr>
        <p:spPr>
          <a:xfrm>
            <a:off x="9912096" y="2880360"/>
            <a:ext cx="1554480" cy="1554480"/>
          </a:xfrm>
          <a:prstGeom prst="ellipse">
            <a:avLst/>
          </a:prstGeom>
          <a:solidFill>
            <a:srgbClr val="3E7D5C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00716" y="3268980"/>
            <a:ext cx="777240" cy="77724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9866376" y="457200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3E7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</a:t>
            </a:r>
            <a:endParaRPr lang="en-US" sz="3400" dirty="0"/>
          </a:p>
        </p:txBody>
      </p:sp>
      <p:sp>
        <p:nvSpPr>
          <p:cNvPr id="22" name="Text 15"/>
          <p:cNvSpPr/>
          <p:nvPr/>
        </p:nvSpPr>
        <p:spPr>
          <a:xfrm>
            <a:off x="9866376" y="521208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spc="100" kern="0" dirty="0">
                <a:solidFill>
                  <a:srgbClr val="C9C2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COCINAS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41C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CLASES DE EXTINTORES SEGÚN SU AGENTE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603504" y="2697480"/>
            <a:ext cx="1737360" cy="1737360"/>
          </a:xfrm>
          <a:prstGeom prst="ellipse">
            <a:avLst/>
          </a:prstGeom>
          <a:solidFill>
            <a:srgbClr val="3E7D5C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7844" y="3131820"/>
            <a:ext cx="868680" cy="8686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4617720"/>
            <a:ext cx="18470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41C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AGUA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2907792" y="2697480"/>
            <a:ext cx="1737360" cy="1737360"/>
          </a:xfrm>
          <a:prstGeom prst="ellipse">
            <a:avLst/>
          </a:prstGeom>
          <a:solidFill>
            <a:srgbClr val="241C18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42132" y="3131820"/>
            <a:ext cx="868680" cy="86868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2852928" y="4617720"/>
            <a:ext cx="18470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41C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CO2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5212080" y="2697480"/>
            <a:ext cx="1737360" cy="1737360"/>
          </a:xfrm>
          <a:prstGeom prst="ellipse">
            <a:avLst/>
          </a:prstGeom>
          <a:solidFill>
            <a:srgbClr val="2A3C63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46420" y="3131820"/>
            <a:ext cx="868680" cy="86868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5157216" y="4617720"/>
            <a:ext cx="18470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41C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POLVO QUÍMICO</a:t>
            </a:r>
            <a:endParaRPr lang="en-US" sz="1400" dirty="0"/>
          </a:p>
        </p:txBody>
      </p:sp>
      <p:sp>
        <p:nvSpPr>
          <p:cNvPr id="12" name="Shape 7"/>
          <p:cNvSpPr/>
          <p:nvPr/>
        </p:nvSpPr>
        <p:spPr>
          <a:xfrm>
            <a:off x="7516368" y="2697480"/>
            <a:ext cx="1737360" cy="1737360"/>
          </a:xfrm>
          <a:prstGeom prst="ellipse">
            <a:avLst/>
          </a:prstGeom>
          <a:solidFill>
            <a:srgbClr val="F2A93B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50708" y="3131820"/>
            <a:ext cx="868680" cy="86868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7461504" y="4617720"/>
            <a:ext cx="18470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41C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ESPUMA</a:t>
            </a:r>
            <a:endParaRPr lang="en-US" sz="1400" dirty="0"/>
          </a:p>
        </p:txBody>
      </p:sp>
      <p:sp>
        <p:nvSpPr>
          <p:cNvPr id="15" name="Shape 9"/>
          <p:cNvSpPr/>
          <p:nvPr/>
        </p:nvSpPr>
        <p:spPr>
          <a:xfrm>
            <a:off x="9820656" y="2697480"/>
            <a:ext cx="1737360" cy="1737360"/>
          </a:xfrm>
          <a:prstGeom prst="ellipse">
            <a:avLst/>
          </a:prstGeom>
          <a:solidFill>
            <a:srgbClr val="9A918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pic>
        <p:nvPicPr>
          <p:cNvPr id="1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54996" y="3131820"/>
            <a:ext cx="868680" cy="868680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9765792" y="4617720"/>
            <a:ext cx="18470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41C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AGENTE LIMPIO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241C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PARTES DEL EXTINTOR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709160" y="2286000"/>
            <a:ext cx="2743200" cy="2743200"/>
          </a:xfrm>
          <a:prstGeom prst="ellipse">
            <a:avLst/>
          </a:prstGeom>
          <a:solidFill>
            <a:srgbClr val="D6412B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57800" y="2834640"/>
            <a:ext cx="1645920" cy="164592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1783080" y="1325880"/>
            <a:ext cx="1188720" cy="1188720"/>
          </a:xfrm>
          <a:prstGeom prst="ellipse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80260" y="1623060"/>
            <a:ext cx="594360" cy="59436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371600" y="2633472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MANÓMETRO</a:t>
            </a:r>
            <a:endParaRPr lang="en-US" sz="1500" dirty="0"/>
          </a:p>
        </p:txBody>
      </p:sp>
      <p:sp>
        <p:nvSpPr>
          <p:cNvPr id="8" name="Shape 4"/>
          <p:cNvSpPr/>
          <p:nvPr/>
        </p:nvSpPr>
        <p:spPr>
          <a:xfrm>
            <a:off x="1783080" y="4709160"/>
            <a:ext cx="1188720" cy="1188720"/>
          </a:xfrm>
          <a:prstGeom prst="ellipse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80260" y="5006340"/>
            <a:ext cx="594360" cy="59436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371600" y="6016752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SEGURO</a:t>
            </a:r>
            <a:endParaRPr lang="en-US" sz="1500" dirty="0"/>
          </a:p>
        </p:txBody>
      </p:sp>
      <p:sp>
        <p:nvSpPr>
          <p:cNvPr id="11" name="Shape 6"/>
          <p:cNvSpPr/>
          <p:nvPr/>
        </p:nvSpPr>
        <p:spPr>
          <a:xfrm>
            <a:off x="9189720" y="1325880"/>
            <a:ext cx="1188720" cy="1188720"/>
          </a:xfrm>
          <a:prstGeom prst="ellipse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86900" y="1623060"/>
            <a:ext cx="594360" cy="594360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8778240" y="2633472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PALANCA</a:t>
            </a:r>
            <a:endParaRPr lang="en-US" sz="1500" dirty="0"/>
          </a:p>
        </p:txBody>
      </p:sp>
      <p:sp>
        <p:nvSpPr>
          <p:cNvPr id="14" name="Shape 8"/>
          <p:cNvSpPr/>
          <p:nvPr/>
        </p:nvSpPr>
        <p:spPr>
          <a:xfrm>
            <a:off x="9189720" y="4709160"/>
            <a:ext cx="1188720" cy="1188720"/>
          </a:xfrm>
          <a:prstGeom prst="ellipse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pic>
        <p:nvPicPr>
          <p:cNvPr id="1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86900" y="5006340"/>
            <a:ext cx="594360" cy="594360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8778240" y="6016752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MANGUERA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41C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COLORES SEGÚN EL AGENTE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94944" y="2788920"/>
            <a:ext cx="1554480" cy="1554480"/>
          </a:xfrm>
          <a:prstGeom prst="ellipse">
            <a:avLst/>
          </a:prstGeom>
          <a:solidFill>
            <a:srgbClr val="3E7D5C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3564" y="3177540"/>
            <a:ext cx="777240" cy="7772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4526280"/>
            <a:ext cx="184708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41C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VERDE · AGUA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2999232" y="2788920"/>
            <a:ext cx="1554480" cy="1554480"/>
          </a:xfrm>
          <a:prstGeom prst="ellipse">
            <a:avLst/>
          </a:prstGeom>
          <a:solidFill>
            <a:srgbClr val="2A3C63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87852" y="3177540"/>
            <a:ext cx="777240" cy="77724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2852928" y="4526280"/>
            <a:ext cx="184708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41C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AZUL · POLVO ABC</a:t>
            </a:r>
            <a:endParaRPr lang="en-US" sz="1300" dirty="0"/>
          </a:p>
        </p:txBody>
      </p:sp>
      <p:sp>
        <p:nvSpPr>
          <p:cNvPr id="9" name="Shape 5"/>
          <p:cNvSpPr/>
          <p:nvPr/>
        </p:nvSpPr>
        <p:spPr>
          <a:xfrm>
            <a:off x="5303520" y="2788920"/>
            <a:ext cx="1554480" cy="1554480"/>
          </a:xfrm>
          <a:prstGeom prst="ellipse">
            <a:avLst/>
          </a:prstGeom>
          <a:solidFill>
            <a:srgbClr val="241C18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92140" y="3177540"/>
            <a:ext cx="777240" cy="77724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5157216" y="4526280"/>
            <a:ext cx="184708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41C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NEGRO · CO2</a:t>
            </a:r>
            <a:endParaRPr lang="en-US" sz="1300" dirty="0"/>
          </a:p>
        </p:txBody>
      </p:sp>
      <p:sp>
        <p:nvSpPr>
          <p:cNvPr id="12" name="Shape 7"/>
          <p:cNvSpPr/>
          <p:nvPr/>
        </p:nvSpPr>
        <p:spPr>
          <a:xfrm>
            <a:off x="7607808" y="2788920"/>
            <a:ext cx="1554480" cy="1554480"/>
          </a:xfrm>
          <a:prstGeom prst="ellipse">
            <a:avLst/>
          </a:prstGeom>
          <a:solidFill>
            <a:srgbClr val="F2A93B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96428" y="3177540"/>
            <a:ext cx="777240" cy="77724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7461504" y="4526280"/>
            <a:ext cx="184708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41C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AMARILLO · METALES</a:t>
            </a:r>
            <a:endParaRPr lang="en-US" sz="1300" dirty="0"/>
          </a:p>
        </p:txBody>
      </p:sp>
      <p:sp>
        <p:nvSpPr>
          <p:cNvPr id="15" name="Shape 9"/>
          <p:cNvSpPr/>
          <p:nvPr/>
        </p:nvSpPr>
        <p:spPr>
          <a:xfrm>
            <a:off x="9912096" y="2788920"/>
            <a:ext cx="1554480" cy="1554480"/>
          </a:xfrm>
          <a:prstGeom prst="ellipse">
            <a:avLst/>
          </a:prstGeom>
          <a:solidFill>
            <a:srgbClr val="D9D3C7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pic>
        <p:nvPicPr>
          <p:cNvPr id="1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00716" y="3177540"/>
            <a:ext cx="777240" cy="777240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9765792" y="4526280"/>
            <a:ext cx="184708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41C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BLANCO · AGENTE LIMPIO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241C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CÓMO USARLO: TÉCNICA PASS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902970" y="2743200"/>
            <a:ext cx="1645920" cy="1645920"/>
          </a:xfrm>
          <a:prstGeom prst="ellipse">
            <a:avLst/>
          </a:prstGeom>
          <a:solidFill>
            <a:srgbClr val="D6412B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14450" y="3154680"/>
            <a:ext cx="822960" cy="82296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2137410" y="2514600"/>
            <a:ext cx="502920" cy="502920"/>
          </a:xfrm>
          <a:prstGeom prst="ellipse">
            <a:avLst/>
          </a:prstGeom>
          <a:solidFill>
            <a:srgbClr val="F2A93B"/>
          </a:solidFill>
          <a:ln w="25400">
            <a:solidFill>
              <a:srgbClr val="241C18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2137410" y="25146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41C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548640" y="4617720"/>
            <a:ext cx="23545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7E1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JALAR EL SEGURO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2958084" y="3401568"/>
            <a:ext cx="438912" cy="329184"/>
          </a:xfrm>
          <a:prstGeom prst="rightArrow">
            <a:avLst/>
          </a:prstGeom>
          <a:solidFill>
            <a:srgbClr val="F2A93B"/>
          </a:solidFill>
          <a:ln/>
        </p:spPr>
      </p:sp>
      <p:sp>
        <p:nvSpPr>
          <p:cNvPr id="9" name="Shape 6"/>
          <p:cNvSpPr/>
          <p:nvPr/>
        </p:nvSpPr>
        <p:spPr>
          <a:xfrm>
            <a:off x="3806190" y="2743200"/>
            <a:ext cx="1645920" cy="1645920"/>
          </a:xfrm>
          <a:prstGeom prst="ellipse">
            <a:avLst/>
          </a:prstGeom>
          <a:solidFill>
            <a:srgbClr val="D6412B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17670" y="3154680"/>
            <a:ext cx="822960" cy="82296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5040630" y="2514600"/>
            <a:ext cx="502920" cy="502920"/>
          </a:xfrm>
          <a:prstGeom prst="ellipse">
            <a:avLst/>
          </a:prstGeom>
          <a:solidFill>
            <a:srgbClr val="F2A93B"/>
          </a:solidFill>
          <a:ln w="25400">
            <a:solidFill>
              <a:srgbClr val="241C18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5040630" y="25146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41C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3" name="Text 9"/>
          <p:cNvSpPr/>
          <p:nvPr/>
        </p:nvSpPr>
        <p:spPr>
          <a:xfrm>
            <a:off x="3451860" y="4617720"/>
            <a:ext cx="23545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7E1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APUNTAR A LA BASE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5861304" y="3401568"/>
            <a:ext cx="438912" cy="329184"/>
          </a:xfrm>
          <a:prstGeom prst="rightArrow">
            <a:avLst/>
          </a:prstGeom>
          <a:solidFill>
            <a:srgbClr val="F2A93B"/>
          </a:solidFill>
          <a:ln/>
        </p:spPr>
      </p:sp>
      <p:sp>
        <p:nvSpPr>
          <p:cNvPr id="15" name="Shape 11"/>
          <p:cNvSpPr/>
          <p:nvPr/>
        </p:nvSpPr>
        <p:spPr>
          <a:xfrm>
            <a:off x="6709410" y="2743200"/>
            <a:ext cx="1645920" cy="1645920"/>
          </a:xfrm>
          <a:prstGeom prst="ellipse">
            <a:avLst/>
          </a:prstGeom>
          <a:solidFill>
            <a:srgbClr val="D6412B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20890" y="3154680"/>
            <a:ext cx="822960" cy="822960"/>
          </a:xfrm>
          <a:prstGeom prst="rect">
            <a:avLst/>
          </a:prstGeom>
        </p:spPr>
      </p:pic>
      <p:sp>
        <p:nvSpPr>
          <p:cNvPr id="17" name="Shape 12"/>
          <p:cNvSpPr/>
          <p:nvPr/>
        </p:nvSpPr>
        <p:spPr>
          <a:xfrm>
            <a:off x="7943850" y="2514600"/>
            <a:ext cx="502920" cy="502920"/>
          </a:xfrm>
          <a:prstGeom prst="ellipse">
            <a:avLst/>
          </a:prstGeom>
          <a:solidFill>
            <a:srgbClr val="F2A93B"/>
          </a:solidFill>
          <a:ln w="25400">
            <a:solidFill>
              <a:srgbClr val="241C18"/>
            </a:solidFill>
            <a:prstDash val="solid"/>
          </a:ln>
        </p:spPr>
      </p:sp>
      <p:sp>
        <p:nvSpPr>
          <p:cNvPr id="18" name="Text 13"/>
          <p:cNvSpPr/>
          <p:nvPr/>
        </p:nvSpPr>
        <p:spPr>
          <a:xfrm>
            <a:off x="7943850" y="25146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41C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9" name="Text 14"/>
          <p:cNvSpPr/>
          <p:nvPr/>
        </p:nvSpPr>
        <p:spPr>
          <a:xfrm>
            <a:off x="6355080" y="4617720"/>
            <a:ext cx="23545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7E1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APRETAR LA PALANCA</a:t>
            </a:r>
            <a:endParaRPr lang="en-US" sz="1300" dirty="0"/>
          </a:p>
        </p:txBody>
      </p:sp>
      <p:sp>
        <p:nvSpPr>
          <p:cNvPr id="20" name="Shape 15"/>
          <p:cNvSpPr/>
          <p:nvPr/>
        </p:nvSpPr>
        <p:spPr>
          <a:xfrm>
            <a:off x="8764524" y="3401568"/>
            <a:ext cx="438912" cy="329184"/>
          </a:xfrm>
          <a:prstGeom prst="rightArrow">
            <a:avLst/>
          </a:prstGeom>
          <a:solidFill>
            <a:srgbClr val="F2A93B"/>
          </a:solidFill>
          <a:ln/>
        </p:spPr>
      </p:sp>
      <p:sp>
        <p:nvSpPr>
          <p:cNvPr id="21" name="Shape 16"/>
          <p:cNvSpPr/>
          <p:nvPr/>
        </p:nvSpPr>
        <p:spPr>
          <a:xfrm>
            <a:off x="9612630" y="2743200"/>
            <a:ext cx="1645920" cy="1645920"/>
          </a:xfrm>
          <a:prstGeom prst="ellipse">
            <a:avLst/>
          </a:prstGeom>
          <a:solidFill>
            <a:srgbClr val="D6412B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24110" y="3154680"/>
            <a:ext cx="822960" cy="822960"/>
          </a:xfrm>
          <a:prstGeom prst="rect">
            <a:avLst/>
          </a:prstGeom>
        </p:spPr>
      </p:pic>
      <p:sp>
        <p:nvSpPr>
          <p:cNvPr id="23" name="Shape 17"/>
          <p:cNvSpPr/>
          <p:nvPr/>
        </p:nvSpPr>
        <p:spPr>
          <a:xfrm>
            <a:off x="10847070" y="2514600"/>
            <a:ext cx="502920" cy="502920"/>
          </a:xfrm>
          <a:prstGeom prst="ellipse">
            <a:avLst/>
          </a:prstGeom>
          <a:solidFill>
            <a:srgbClr val="F2A93B"/>
          </a:solidFill>
          <a:ln w="25400">
            <a:solidFill>
              <a:srgbClr val="241C18"/>
            </a:solidFill>
            <a:prstDash val="solid"/>
          </a:ln>
        </p:spPr>
      </p:sp>
      <p:sp>
        <p:nvSpPr>
          <p:cNvPr id="24" name="Text 18"/>
          <p:cNvSpPr/>
          <p:nvPr/>
        </p:nvSpPr>
        <p:spPr>
          <a:xfrm>
            <a:off x="10847070" y="25146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41C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25" name="Text 19"/>
          <p:cNvSpPr/>
          <p:nvPr/>
        </p:nvSpPr>
        <p:spPr>
          <a:xfrm>
            <a:off x="9258300" y="4617720"/>
            <a:ext cx="23545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7E1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BARRER DE LADO A LADO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41C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ANTES DE ACTUAR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2103120"/>
            <a:ext cx="2354580" cy="2926080"/>
          </a:xfrm>
          <a:prstGeom prst="roundRect">
            <a:avLst>
              <a:gd name="adj" fmla="val 4660"/>
            </a:avLst>
          </a:prstGeom>
          <a:solidFill>
            <a:srgbClr val="F7F4EF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1040130" y="2423160"/>
            <a:ext cx="1371600" cy="1371600"/>
          </a:xfrm>
          <a:prstGeom prst="ellipse">
            <a:avLst/>
          </a:prstGeom>
          <a:solidFill>
            <a:srgbClr val="241C18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83030" y="2766060"/>
            <a:ext cx="685800" cy="6858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85800" y="4023360"/>
            <a:ext cx="20802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41C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SOLO FUEGOS PEQUEÑOS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3451860" y="2103120"/>
            <a:ext cx="2354580" cy="2926080"/>
          </a:xfrm>
          <a:prstGeom prst="roundRect">
            <a:avLst>
              <a:gd name="adj" fmla="val 4660"/>
            </a:avLst>
          </a:prstGeom>
          <a:solidFill>
            <a:srgbClr val="F7F4EF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3943350" y="2423160"/>
            <a:ext cx="1371600" cy="1371600"/>
          </a:xfrm>
          <a:prstGeom prst="ellipse">
            <a:avLst/>
          </a:prstGeom>
          <a:solidFill>
            <a:srgbClr val="241C18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86250" y="2766060"/>
            <a:ext cx="685800" cy="68580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3589020" y="4023360"/>
            <a:ext cx="20802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41C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ESPALDA A LA SALIDA</a:t>
            </a:r>
            <a:endParaRPr lang="en-US" sz="1400" dirty="0"/>
          </a:p>
        </p:txBody>
      </p:sp>
      <p:sp>
        <p:nvSpPr>
          <p:cNvPr id="11" name="Shape 7"/>
          <p:cNvSpPr/>
          <p:nvPr/>
        </p:nvSpPr>
        <p:spPr>
          <a:xfrm>
            <a:off x="6355080" y="2103120"/>
            <a:ext cx="2354580" cy="2926080"/>
          </a:xfrm>
          <a:prstGeom prst="roundRect">
            <a:avLst>
              <a:gd name="adj" fmla="val 4660"/>
            </a:avLst>
          </a:prstGeom>
          <a:solidFill>
            <a:srgbClr val="F7F4EF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6846570" y="2423160"/>
            <a:ext cx="1371600" cy="1371600"/>
          </a:xfrm>
          <a:prstGeom prst="ellipse">
            <a:avLst/>
          </a:prstGeom>
          <a:solidFill>
            <a:srgbClr val="241C18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89470" y="2766060"/>
            <a:ext cx="685800" cy="68580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6492240" y="4023360"/>
            <a:ext cx="20802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41C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VIGILA EL REBROTE</a:t>
            </a:r>
            <a:endParaRPr lang="en-US" sz="1400" dirty="0"/>
          </a:p>
        </p:txBody>
      </p:sp>
      <p:sp>
        <p:nvSpPr>
          <p:cNvPr id="15" name="Shape 10"/>
          <p:cNvSpPr/>
          <p:nvPr/>
        </p:nvSpPr>
        <p:spPr>
          <a:xfrm>
            <a:off x="9258300" y="2103120"/>
            <a:ext cx="2354580" cy="2926080"/>
          </a:xfrm>
          <a:prstGeom prst="roundRect">
            <a:avLst>
              <a:gd name="adj" fmla="val 4660"/>
            </a:avLst>
          </a:prstGeom>
          <a:solidFill>
            <a:srgbClr val="F7F4EF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Shape 11"/>
          <p:cNvSpPr/>
          <p:nvPr/>
        </p:nvSpPr>
        <p:spPr>
          <a:xfrm>
            <a:off x="9749790" y="2423160"/>
            <a:ext cx="1371600" cy="1371600"/>
          </a:xfrm>
          <a:prstGeom prst="ellipse">
            <a:avLst/>
          </a:prstGeom>
          <a:solidFill>
            <a:srgbClr val="241C18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92690" y="2766060"/>
            <a:ext cx="685800" cy="68580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9395460" y="4023360"/>
            <a:ext cx="20802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41C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CRECE, EVACÚA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El fuego y los extintores</dc:title>
  <dc:subject>PptxGenJS Presentation</dc:subject>
  <dc:creator>Claude</dc:creator>
  <cp:lastModifiedBy>Claude</cp:lastModifiedBy>
  <cp:revision>1</cp:revision>
  <dcterms:created xsi:type="dcterms:W3CDTF">2026-07-04T15:25:47Z</dcterms:created>
  <dcterms:modified xsi:type="dcterms:W3CDTF">2026-07-04T15:25:47Z</dcterms:modified>
</cp:coreProperties>
</file>